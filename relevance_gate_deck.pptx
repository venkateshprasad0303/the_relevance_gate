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(10s): Every outreach tool in this room will send anything to anyone. I built the one that says no. The Relevance Gate is an agent crew that refuses to send a message unless it finds a real, evidence-backed reason to contact someone.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(20s): Generic cold outreach replies at about three and a half percent. Recipients decide in a tenth of a second and ninety percent dies on sight. But evidence-grounded, signal-based outreach replies at fifteen to twenty-five percent — five X. Every tool today chases volume and fakes personalization. That's the loop that kills job seekers'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(15s): So we flipped the objective. Instead of optimizing volume, we optimize send-worthiness. Our headline feature is the message we won't send. No other agent here declines to act — ours treats refusal as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(25s): Four isolated Claude agents. Research builds a sourced dossier. Intersect finds the genuine overlap between my proven work and their world. Then the gate — an independent verifier — scores it and decides. The key design choice: the gate renders its verdict BEFORE the writer exists, so the writer can never talk the gate into sending. That independence is the anti-hallucination property. And in code, the writer physically never runs on a weak overlap. If anything fails to parse, it fails CLOSED — an unverifiable message does not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(60s — THE DEMO): [Turn to a judge] What's your name, and what do you work on? [Type it in. Hit Run.] Live: research, then the intersection — there's the overlap: they work on agents, I shipped a 7-phase multi-agent legal reasoning pipeline with 6 anti-hallucination layers. The gate clears it at 85, and the message opens on that exact overlap — sixty-some words, one ask. [Read the first line aloud.] Now the moment: [type the bank engineer who merely 'thinks AI is neat'] — the gate HOLDS. Score zero. No message. On purpose. It found no real reason, so it sent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(25s): And it's a complete system. Paste your résumé — it becomes your profile. Type who you're looking for — live web search finds real people with real sources: hiring posts, founders building in your specialty. One click runs any of them through the gate. Found many, contacted few, all of them true. Works for anyone's career — zero code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(20s): Under the hood: every agent call is schema-enforced, the verdict lands in about ten seconds, failures degrade gracefully, and the system fails closed — which is the only safe direction for an anti-spam agent. Every verdict is logged to ClickHouse, so 'it refuses' isn't a claim — it's a queryable block-rate.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(20s): Claude is the brain of every agent. ClickHouse logs why it refuses at scale. It ships live on Render. And the Guild story is the whole entry: an agent allowed to say no. Today it's the job hunt — the wedge I needed myself. The company is a relevance layer any outreach tool can plug into. Found many. Contacted few. All of them true.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THE RELEVANCE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81511"/>
                </a:solidFill>
                <a:latin typeface="Georgia"/>
              </a:rPr>
              <a:t>Job-hunt outreach that refuses to send unless it finds a real reason.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Found many. Contact few.</a:t>
            </a:r>
            <a:r>
              <a:rPr sz="2000">
                <a:solidFill>
                  <a:srgbClr val="5B554A"/>
                </a:solidFill>
                <a:latin typeface="Georgia"/>
              </a:rPr>
              <a:t>  All of them true.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81511"/>
                </a:solidFill>
                <a:latin typeface="Georgia"/>
              </a:rPr>
              <a:t>Cold outreach is dead on arrival.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~3.4% reply rate</a:t>
            </a:r>
            <a:r>
              <a:rPr sz="2000">
                <a:solidFill>
                  <a:srgbClr val="5B554A"/>
                </a:solidFill>
                <a:latin typeface="Georgia"/>
              </a:rPr>
              <a:t>  for generic cold outreach.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0.1 seconds</a:t>
            </a:r>
            <a:r>
              <a:rPr sz="2000">
                <a:solidFill>
                  <a:srgbClr val="5B554A"/>
                </a:solidFill>
                <a:latin typeface="Georgia"/>
              </a:rPr>
              <a:t>  is how long a recruiter looks before deleting — ~90% discarded on sight.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15–25% reply rate</a:t>
            </a:r>
            <a:r>
              <a:rPr sz="2000">
                <a:solidFill>
                  <a:srgbClr val="5B554A"/>
                </a:solidFill>
                <a:latin typeface="Georgia"/>
              </a:rPr>
              <a:t>  when outreach is signal-based and evidence-grounded. A ~5× lift.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The volume death-loop</a:t>
            </a:r>
            <a:r>
              <a:rPr sz="2000">
                <a:solidFill>
                  <a:srgbClr val="5B554A"/>
                </a:solidFill>
                <a:latin typeface="Georgia"/>
              </a:rPr>
              <a:t>  torches your sender reputation and your reputation,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A03A26"/>
                </a:solidFill>
                <a:latin typeface="Georgia"/>
              </a:rPr>
              <a:t>We optimize for send-worthiness. The headline feature is the message we won't send.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The gate can say no.</a:t>
            </a:r>
            <a:r>
              <a:rPr sz="2000">
                <a:solidFill>
                  <a:srgbClr val="5B554A"/>
                </a:solidFill>
                <a:latin typeface="Georgia"/>
              </a:rPr>
              <a:t>  If there's no genuine overlap, nothing is written. On purpose.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The message you don't send</a:t>
            </a:r>
            <a:r>
              <a:rPr sz="2000">
                <a:solidFill>
                  <a:srgbClr val="5B554A"/>
                </a:solidFill>
                <a:latin typeface="Georgia"/>
              </a:rPr>
              <a:t>  protects the ones you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81511"/>
                </a:solidFill>
                <a:latin typeface="Georgia"/>
              </a:rPr>
              <a:t>Four isolated agents. The gate rules before the writer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RESEARCH</a:t>
            </a:r>
            <a:r>
              <a:rPr sz="2000">
                <a:solidFill>
                  <a:srgbClr val="5B554A"/>
                </a:solidFill>
                <a:latin typeface="Georgia"/>
              </a:rPr>
              <a:t>  builds a sourced dossier from what the target said, their page, and opt-in live web search.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INTERSECT</a:t>
            </a:r>
            <a:r>
              <a:rPr sz="2000">
                <a:solidFill>
                  <a:srgbClr val="5B554A"/>
                </a:solidFill>
                <a:latin typeface="Georgia"/>
              </a:rPr>
              <a:t>  computes the genuine overlap between your proven work and their world — evidenced both ways.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THE GATE</a:t>
            </a:r>
            <a:r>
              <a:rPr sz="2000">
                <a:solidFill>
                  <a:srgbClr val="5B554A"/>
                </a:solidFill>
                <a:latin typeface="Georgia"/>
              </a:rPr>
              <a:t>  an independent verifier: scores 0–100, sends or HOLDS. Fails closed.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WRITE</a:t>
            </a:r>
            <a:r>
              <a:rPr sz="2000">
                <a:solidFill>
                  <a:srgbClr val="5B554A"/>
                </a:solidFill>
                <a:latin typeface="Georgia"/>
              </a:rPr>
              <a:t>  only if cleared: ≤75 words, one low-friction ask, every claim traceable to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2E6B4E"/>
                </a:solidFill>
                <a:latin typeface="Georgia"/>
              </a:rPr>
              <a:t>Tell me your name and what you work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A real judge, live:</a:t>
            </a:r>
            <a:r>
              <a:rPr sz="2000">
                <a:solidFill>
                  <a:srgbClr val="5B554A"/>
                </a:solidFill>
                <a:latin typeface="Georgia"/>
              </a:rPr>
              <a:t>  their words become the evidence. Watch the crew find the overlap and clear the gate.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Then the refusal:</a:t>
            </a:r>
            <a:r>
              <a:rPr sz="2000">
                <a:solidFill>
                  <a:srgbClr val="5B554A"/>
                </a:solidFill>
                <a:latin typeface="Georgia"/>
              </a:rPr>
              <a:t>  a backend engineer who 'thinks AI is neat' — held, score 0. Generic interest is not a reason.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THE FULL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81511"/>
                </a:solidFill>
                <a:latin typeface="Georgia"/>
              </a:rPr>
              <a:t>Résumé in → real people found → researched, scored, and only then written 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Paste your résumé or a URL</a:t>
            </a:r>
            <a:r>
              <a:rPr sz="2000">
                <a:solidFill>
                  <a:srgbClr val="5B554A"/>
                </a:solidFill>
                <a:latin typeface="Georgia"/>
              </a:rPr>
              <a:t>  — an agent distills it into your profile with strict relevance criteria.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Find targets</a:t>
            </a:r>
            <a:r>
              <a:rPr sz="2000">
                <a:solidFill>
                  <a:srgbClr val="5B554A"/>
                </a:solidFill>
                <a:latin typeface="Georgia"/>
              </a:rPr>
              <a:t>  — live web search surfaces people publicly hiring or building in your specialty, each with a source.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One click per candidate</a:t>
            </a:r>
            <a:r>
              <a:rPr sz="2000">
                <a:solidFill>
                  <a:srgbClr val="5B554A"/>
                </a:solidFill>
                <a:latin typeface="Georgia"/>
              </a:rPr>
              <a:t>  — full research, an honest 0–100 score, and a perfect message or a principled refusal.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ENGINEERED FOR THE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81511"/>
                </a:solidFill>
                <a:latin typeface="Georgia"/>
              </a:rPr>
              <a:t>Reliability is the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Verdict in ~10 seconds;</a:t>
            </a:r>
            <a:r>
              <a:rPr sz="2000">
                <a:solidFill>
                  <a:srgbClr val="5B554A"/>
                </a:solidFill>
                <a:latin typeface="Georgia"/>
              </a:rPr>
              <a:t>  schema-enforced JSON on every call — no parse roulette.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Fails closed:</a:t>
            </a:r>
            <a:r>
              <a:rPr sz="2000">
                <a:solidFill>
                  <a:srgbClr val="5B554A"/>
                </a:solidFill>
                <a:latin typeface="Georgia"/>
              </a:rPr>
              <a:t>  no verdict means no send. No raw error can ever reach the screen.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Every verdict logged to ClickHouse</a:t>
            </a:r>
            <a:r>
              <a:rPr sz="2000">
                <a:solidFill>
                  <a:srgbClr val="5B554A"/>
                </a:solidFill>
                <a:latin typeface="Georgia"/>
              </a:rPr>
              <a:t>  — block-rate by overlap strength, queryable live.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Demo safety net:</a:t>
            </a:r>
            <a:r>
              <a:rPr sz="2000">
                <a:solidFill>
                  <a:srgbClr val="5B554A"/>
                </a:solidFill>
                <a:latin typeface="Georgia"/>
              </a:rPr>
              <a:t>  if the API dies mid-pitch, a pre-validated result still renders.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554A"/>
                </a:solidFill>
                <a:latin typeface="Consolas"/>
              </a:rPr>
              <a:t>THE STACK &amp; 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2E6B4E"/>
                </a:solidFill>
                <a:latin typeface="Georgia"/>
              </a:rPr>
              <a:t>An agent allowed to say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Anthropic</a:t>
            </a:r>
            <a:r>
              <a:rPr sz="2000">
                <a:solidFill>
                  <a:srgbClr val="5B554A"/>
                </a:solidFill>
                <a:latin typeface="Georgia"/>
              </a:rPr>
              <a:t>  — Claude is the brain of all four agents.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ClickHouse</a:t>
            </a:r>
            <a:r>
              <a:rPr sz="2000">
                <a:solidFill>
                  <a:srgbClr val="5B554A"/>
                </a:solidFill>
                <a:latin typeface="Georgia"/>
              </a:rPr>
              <a:t>  — logs why it refuses, at scale.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Render</a:t>
            </a:r>
            <a:r>
              <a:rPr sz="2000">
                <a:solidFill>
                  <a:srgbClr val="5B554A"/>
                </a:solidFill>
                <a:latin typeface="Georgia"/>
              </a:rPr>
              <a:t>  — shipped live, deployed from this repo.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Guild</a:t>
            </a:r>
            <a:r>
              <a:rPr sz="2000">
                <a:solidFill>
                  <a:srgbClr val="5B554A"/>
                </a:solidFill>
                <a:latin typeface="Georgia"/>
              </a:rPr>
              <a:t>  — the whole entry is one idea: an agent allowed to say no.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B554A"/>
                </a:solidFill>
                <a:latin typeface="Georgia"/>
              </a:rPr>
              <a:t>—  </a:t>
            </a:r>
            <a:r>
              <a:rPr sz="2000" b="1">
                <a:solidFill>
                  <a:srgbClr val="181511"/>
                </a:solidFill>
                <a:latin typeface="Georgia"/>
              </a:rPr>
              <a:t>The vision:</a:t>
            </a:r>
            <a:r>
              <a:rPr sz="2000">
                <a:solidFill>
                  <a:srgbClr val="5B554A"/>
                </a:solidFill>
                <a:latin typeface="Georgia"/>
              </a:rPr>
              <a:t>  a relevance layer any outreach tool can plug into. Built the wedge; this is the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